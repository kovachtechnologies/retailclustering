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Concept: Embeddings for IDR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Objective: Demonstrate scalable customer record matching using text embeddings</a:t>
            </a:r>
          </a:p>
          <a:p>
            <a:pPr>
              <a:defRPr sz="1800"/>
            </a:pPr>
            <a:r>
              <a:t>Focus: Text-based customer data (no images/multimodal for Phase 1)</a:t>
            </a:r>
          </a:p>
          <a:p>
            <a:pPr>
              <a:defRPr sz="1800"/>
            </a:pPr>
            <a:r>
              <a:t>Environment: Databricks-native / minimal new dependencies</a:t>
            </a:r>
          </a:p>
          <a:p>
            <a:pPr>
              <a:defRPr sz="1800"/>
            </a:pPr>
            <a:r>
              <a:t>Duration: Short PoC 1-2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Scope - Customer Text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fields:</a:t>
            </a:r>
          </a:p>
          <a:p>
            <a:pPr lvl="1">
              <a:defRPr sz="1800"/>
            </a:pPr>
            <a:r>
              <a:t>Name on card / Full name variations</a:t>
            </a:r>
          </a:p>
          <a:p>
            <a:pPr lvl="1">
              <a:defRPr sz="1800"/>
            </a:pPr>
            <a:r>
              <a:t>Billing / Shipping address</a:t>
            </a:r>
          </a:p>
          <a:p>
            <a:pPr lvl="1">
              <a:defRPr sz="1800"/>
            </a:pPr>
            <a:r>
              <a:t>Store / Location address</a:t>
            </a:r>
          </a:p>
          <a:p>
            <a:pPr>
              <a:defRPr sz="1800"/>
            </a:pPr>
            <a:r>
              <a:t>Additional fields:</a:t>
            </a:r>
          </a:p>
          <a:p>
            <a:pPr lvl="1">
              <a:defRPr sz="1800"/>
            </a:pPr>
            <a:r>
              <a:t>Email</a:t>
            </a:r>
          </a:p>
          <a:p>
            <a:pPr lvl="1">
              <a:defRPr sz="1800"/>
            </a:pPr>
            <a:r>
              <a:t>Phone number</a:t>
            </a:r>
          </a:p>
          <a:p>
            <a:pPr lvl="1">
              <a:defRPr sz="1800"/>
            </a:pPr>
            <a:r>
              <a:t>Transaction notes / descriptions</a:t>
            </a:r>
          </a:p>
          <a:p>
            <a:pPr lvl="1">
              <a:defRPr sz="1800"/>
            </a:pPr>
            <a:r>
              <a:t>Account identifiers</a:t>
            </a:r>
          </a:p>
          <a:p>
            <a:pPr>
              <a:defRPr sz="1800"/>
            </a:pPr>
            <a:r>
              <a:t>Approach: Concatenate relevant fields per customer ID with proper weighting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Embedding Model: Databricks-compatible (e.g. sentence-transformers or Databricks Foundation Model API / Spark ML)</a:t>
            </a:r>
          </a:p>
          <a:p>
            <a:pPr>
              <a:defRPr sz="1800"/>
            </a:pPr>
            <a:r>
              <a:t>Architecture:</a:t>
            </a:r>
          </a:p>
          <a:p>
            <a:pPr lvl="1">
              <a:defRPr sz="1800"/>
            </a:pPr>
            <a:r>
              <a:t>Normalized Delta table by Customer ID</a:t>
            </a:r>
          </a:p>
          <a:p>
            <a:pPr lvl="1">
              <a:defRPr sz="1800"/>
            </a:pPr>
            <a:r>
              <a:t>Generate &amp; store embeddings for concatenated text</a:t>
            </a:r>
          </a:p>
          <a:p>
            <a:pPr lvl="1">
              <a:defRPr sz="1800"/>
            </a:pPr>
            <a:r>
              <a:t>No external vector DB required</a:t>
            </a:r>
          </a:p>
          <a:p>
            <a:pPr>
              <a:defRPr sz="1800"/>
            </a:pPr>
            <a:r>
              <a:t>Matching Logic:</a:t>
            </a:r>
          </a:p>
          <a:p>
            <a:pPr lvl="1">
              <a:defRPr sz="1800"/>
            </a:pPr>
            <a:r>
              <a:t>Cosine similarity on embeddings</a:t>
            </a:r>
          </a:p>
          <a:p>
            <a:pPr lvl="1">
              <a:defRPr sz="1800"/>
            </a:pPr>
            <a:r>
              <a:t>Threshold-based candidate ranking + optional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Ingest &amp; normalize customer text data into Delta table</a:t>
            </a:r>
          </a:p>
          <a:p>
            <a:pPr>
              <a:defRPr sz="1800"/>
            </a:pPr>
            <a:r>
              <a:t>Step 2: Select &amp; apply embedding model at scale (Spark UDF / pandas UDF)</a:t>
            </a:r>
          </a:p>
          <a:p>
            <a:pPr>
              <a:defRPr sz="1800"/>
            </a:pPr>
            <a:r>
              <a:t>Step 3: Store embeddings alongside source data</a:t>
            </a:r>
          </a:p>
          <a:p>
            <a:pPr>
              <a:defRPr sz="1800"/>
            </a:pPr>
            <a:r>
              <a:t>Step 4: Build matching function (cosine distance queries)</a:t>
            </a:r>
          </a:p>
          <a:p>
            <a:pPr>
              <a:defRPr sz="1800"/>
            </a:pPr>
            <a:r>
              <a:t>Step 5: Evaluate accuracy, precision/recall on labeled test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Outcomes:</a:t>
            </a:r>
          </a:p>
          <a:p>
            <a:pPr lvl="1">
              <a:defRPr sz="1800"/>
            </a:pPr>
            <a:r>
              <a:t>Improved match accuracy over traditional methods</a:t>
            </a:r>
          </a:p>
          <a:p>
            <a:pPr lvl="1">
              <a:defRPr sz="1800"/>
            </a:pPr>
            <a:r>
              <a:t>Scalable pipeline ready for production expansion</a:t>
            </a:r>
          </a:p>
          <a:p>
            <a:pPr lvl="1">
              <a:defRPr sz="1800"/>
            </a:pPr>
            <a:r>
              <a:t>Performance benchmarks and cost estimates</a:t>
            </a:r>
          </a:p>
          <a:p>
            <a:pPr>
              <a:defRPr sz="1800"/>
            </a:pPr>
            <a:r>
              <a:t>Next Steps:</a:t>
            </a:r>
          </a:p>
          <a:p>
            <a:pPr lvl="1">
              <a:defRPr sz="1800"/>
            </a:pPr>
            <a:r>
              <a:t>Review &amp; approve PoC scope</a:t>
            </a:r>
          </a:p>
          <a:p>
            <a:pPr lvl="1">
              <a:defRPr sz="1800"/>
            </a:pPr>
            <a:r>
              <a:t>Data access &amp; sample dataset</a:t>
            </a:r>
          </a:p>
          <a:p>
            <a:pPr lvl="1">
              <a:defRPr sz="1800"/>
            </a:pPr>
            <a:r>
              <a:t>Schedule kickoff and weekly check-ins</a:t>
            </a:r>
          </a:p>
          <a:p>
            <a:pPr>
              <a:defRPr sz="1800"/>
            </a:pPr>
            <a:r>
              <a:t>Goal: Validate approach and define Phase 2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